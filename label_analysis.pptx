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0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35824-2FB8-A205-03B4-4A7567B2E6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1A3CA8-6ADE-3443-15FF-836F5EB721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9DC15-083B-EA0F-02A0-8AD0C4D3D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E991-C029-4B0B-AB5B-6078D40F87AD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3581F-EDB3-15B7-F81A-90FF0CE9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1BAFF-190A-858E-BA9B-4BDE7FBC0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8DD1-D78C-4FEF-A4F3-1272B6E7D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96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55B7F-F6DA-3795-01DE-48FE1A1C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C7ABD-0989-1440-8747-204A0909B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AE342-CA49-FD01-28FA-1FB734F38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E991-C029-4B0B-AB5B-6078D40F87AD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ED692-4ACD-7935-060A-5A43BB74C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9E885-D4A9-8C8F-ACA2-25EC7118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8DD1-D78C-4FEF-A4F3-1272B6E7D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43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F538-DF38-4CAB-6D5B-C199F5A7E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66912-08EA-DB66-DC5F-34DEC2602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EBD37-E326-E61B-A2EE-EFAF17B67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E991-C029-4B0B-AB5B-6078D40F87AD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1D912-C3F7-969C-8E80-4376CB3A5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CDA4B-51C4-612C-F171-085E2581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8DD1-D78C-4FEF-A4F3-1272B6E7D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703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19788-1B4A-BD37-D2EA-E52E787DA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14EFE-6AE5-D79E-6356-63DC452C7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B0F9AE-0440-774C-F3DF-416CCAF60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A15FB-2C72-7626-4192-70D4995B0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E991-C029-4B0B-AB5B-6078D40F87AD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93C05F-2B2D-8E06-3F0C-FBF3988DE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D454A-E7BC-1D57-0C9A-6CFDD0832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8DD1-D78C-4FEF-A4F3-1272B6E7D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78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E7026-624F-1D6B-7D3B-4382FE6C3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94E7F-B431-81CF-9403-D736F4639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8F9E0-AA59-5B81-795F-9B453B499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2DF7A4-F448-AA9E-3585-8A8ABB85AD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FC7B2A-60F9-9630-B71D-5F0C935E0C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76629E-2B3A-AA13-55C8-32743C004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E991-C029-4B0B-AB5B-6078D40F87AD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759F47-89F6-6CC3-E5F5-C1C8DA16B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61BB57-CA1D-69FE-4E82-5BCB3C568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8DD1-D78C-4FEF-A4F3-1272B6E7D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82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11E6D-46AF-FEA1-C31D-B40C9FDB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F2BA13-99F1-8805-5336-840EC49E7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E991-C029-4B0B-AB5B-6078D40F87AD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674749-2368-BD52-2E83-4E0106541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09FEE-037F-B6DE-FCC3-7EAAE890D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8DD1-D78C-4FEF-A4F3-1272B6E7D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913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19BCC7-0D54-B6BB-1253-01A705453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E991-C029-4B0B-AB5B-6078D40F87AD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14941B-FEB1-2E24-2A34-6BB920AAA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AE39E-76B7-9713-5CCD-A81A58156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8DD1-D78C-4FEF-A4F3-1272B6E7D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78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BC7F2-CF2F-02FB-D1C1-5822F5BCA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DFFC1-742B-92F9-0524-43846D376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06234A-C316-2E9B-1E7C-9714D93529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9E44D-FC41-DD1D-282D-5AD14BA49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E991-C029-4B0B-AB5B-6078D40F87AD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FF9BA-F0A9-A8FB-194A-0B52C1FC4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B4BED-D62E-235E-0574-011A1C4B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8DD1-D78C-4FEF-A4F3-1272B6E7D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150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AFD7B-B60E-6034-B28C-87CFE25F6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F205E7-3CF4-4C15-1E49-9F221DE47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87BB6-B4C3-B540-4CBF-3E87ECB5F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37794-722E-5339-9F33-ACA5D7E5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E991-C029-4B0B-AB5B-6078D40F87AD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4AB63-C706-C445-81AB-043E7E940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8C762-4CF2-4258-FF3F-E268E7AA2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8DD1-D78C-4FEF-A4F3-1272B6E7D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86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D0196-35F6-B0F3-47CE-9EA30CF2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84B6A0-0ECC-7E45-BB77-76782DE7F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43D93-613D-9AE4-EBCB-C7CA450FF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E991-C029-4B0B-AB5B-6078D40F87AD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6954E-462F-3626-82B8-3722BE46E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9AE2AC-FF5C-8FBD-E4EE-F9DA91992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8DD1-D78C-4FEF-A4F3-1272B6E7D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254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8D5833-C66F-17A8-616D-C5CF0157E9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57C22-2ECD-68C0-7A15-58C46FC3E1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6EA39-E433-65D8-4059-5A1816E5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5E991-C029-4B0B-AB5B-6078D40F87AD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52691-C9DC-42F2-78CE-3B2C8344C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AC0D3-B61E-36BB-60DE-34F71A43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08DD1-D78C-4FEF-A4F3-1272B6E7D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74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A24C42-0F89-A1E5-F68D-E72329B42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EFAC9-285F-D8FD-4D17-2FC9C6896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58E69-3E49-96FF-53FA-37528D638B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45E991-C029-4B0B-AB5B-6078D40F87AD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C9A93-F56D-B120-4D02-D4AD151A17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8D5E9-14CA-5BEC-B0B4-BCCD34AC7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508DD1-D78C-4FEF-A4F3-1272B6E7D9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011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134AF6-0AED-22F2-1013-FDB1A130E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048" y="818785"/>
            <a:ext cx="6115904" cy="522042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1D43973-592D-D90C-D43C-29BF0923FD01}"/>
              </a:ext>
            </a:extLst>
          </p:cNvPr>
          <p:cNvSpPr/>
          <p:nvPr/>
        </p:nvSpPr>
        <p:spPr>
          <a:xfrm>
            <a:off x="5874106" y="4045306"/>
            <a:ext cx="95097" cy="950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2E61BE0-4E00-04A9-A45F-3294BDA5E063}"/>
              </a:ext>
            </a:extLst>
          </p:cNvPr>
          <p:cNvCxnSpPr/>
          <p:nvPr/>
        </p:nvCxnSpPr>
        <p:spPr>
          <a:xfrm flipH="1" flipV="1">
            <a:off x="6047509" y="4140403"/>
            <a:ext cx="304800" cy="106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713848-C05F-D442-E5EE-78F9C63451FB}"/>
              </a:ext>
            </a:extLst>
          </p:cNvPr>
          <p:cNvSpPr txBox="1"/>
          <p:nvPr/>
        </p:nvSpPr>
        <p:spPr>
          <a:xfrm flipH="1">
            <a:off x="292462" y="2169886"/>
            <a:ext cx="55816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Right hip is not accurate</a:t>
            </a:r>
          </a:p>
        </p:txBody>
      </p:sp>
    </p:spTree>
    <p:extLst>
      <p:ext uri="{BB962C8B-B14F-4D97-AF65-F5344CB8AC3E}">
        <p14:creationId xmlns:p14="http://schemas.microsoft.com/office/powerpoint/2010/main" val="1141404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6135F-D0E0-522D-BACE-547C4C344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933" y="1674802"/>
            <a:ext cx="6966380" cy="47513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6A0755-952A-8B7A-4045-15EC095E3E9A}"/>
              </a:ext>
            </a:extLst>
          </p:cNvPr>
          <p:cNvSpPr txBox="1"/>
          <p:nvPr/>
        </p:nvSpPr>
        <p:spPr>
          <a:xfrm>
            <a:off x="5169748" y="592667"/>
            <a:ext cx="6327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Right shoulder does not contain any learnable features, so we remove them</a:t>
            </a:r>
          </a:p>
        </p:txBody>
      </p:sp>
    </p:spTree>
    <p:extLst>
      <p:ext uri="{BB962C8B-B14F-4D97-AF65-F5344CB8AC3E}">
        <p14:creationId xmlns:p14="http://schemas.microsoft.com/office/powerpoint/2010/main" val="4002228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18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Jiefei Wang</dc:creator>
  <cp:lastModifiedBy>Jiefei Wang</cp:lastModifiedBy>
  <cp:revision>1</cp:revision>
  <dcterms:created xsi:type="dcterms:W3CDTF">2026-01-08T17:12:26Z</dcterms:created>
  <dcterms:modified xsi:type="dcterms:W3CDTF">2026-01-08T17:38:50Z</dcterms:modified>
</cp:coreProperties>
</file>